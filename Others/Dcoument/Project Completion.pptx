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  <p:sldMasterId id="2147483663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71" r:id="rId8"/>
    <p:sldId id="261" r:id="rId9"/>
    <p:sldId id="269" r:id="rId10"/>
    <p:sldId id="262" r:id="rId11"/>
    <p:sldId id="263" r:id="rId12"/>
    <p:sldId id="264" r:id="rId13"/>
    <p:sldId id="265" r:id="rId14"/>
    <p:sldId id="266" r:id="rId15"/>
    <p:sldId id="268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aleway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8f93230d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c8f93230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95f21745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95f21745f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c95f21745f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0601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8f93230d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8f93230d0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c8f93230d0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8f93230d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8f93230d0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c8f93230d0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6487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8f93230d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8f93230d0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c8f93230d0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8f93230d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8f93230d0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c8f93230d0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8f93230d0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8f93230d0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c8f93230d0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8f93230d0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8f93230d0_0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c8f93230d0_0_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8f93230d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8f93230d0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c8f93230d0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673"/>
            <a:ext cx="12192000" cy="6857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6108" y="558800"/>
            <a:ext cx="3060118" cy="7364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8;p2"/>
          <p:cNvCxnSpPr/>
          <p:nvPr/>
        </p:nvCxnSpPr>
        <p:spPr>
          <a:xfrm>
            <a:off x="965460" y="5914912"/>
            <a:ext cx="10494764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965461" y="3213001"/>
            <a:ext cx="10494764" cy="99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199"/>
              <a:buFont typeface="Calibri"/>
              <a:buNone/>
              <a:defRPr sz="7199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1"/>
          </p:nvPr>
        </p:nvSpPr>
        <p:spPr>
          <a:xfrm>
            <a:off x="965461" y="4148997"/>
            <a:ext cx="4860223" cy="431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599"/>
              <a:buNone/>
              <a:defRPr sz="3599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None/>
              <a:defRPr sz="21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body" idx="2"/>
          </p:nvPr>
        </p:nvSpPr>
        <p:spPr>
          <a:xfrm>
            <a:off x="9617968" y="6024835"/>
            <a:ext cx="1842257" cy="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2286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None/>
              <a:defRPr sz="21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3"/>
          </p:nvPr>
        </p:nvSpPr>
        <p:spPr>
          <a:xfrm>
            <a:off x="9617968" y="6274910"/>
            <a:ext cx="1842257" cy="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L="457200" lvl="0" indent="-22860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50"/>
              <a:buNone/>
              <a:defRPr sz="215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  <a:defRPr sz="185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 with Bullet Point">
  <p:cSld name="Single Colum with Bullet Poi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983392" y="0"/>
            <a:ext cx="9504537" cy="116668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62585" y="261114"/>
            <a:ext cx="550033" cy="550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" name="Google Shape;26;p3"/>
          <p:cNvCxnSpPr/>
          <p:nvPr/>
        </p:nvCxnSpPr>
        <p:spPr>
          <a:xfrm>
            <a:off x="983392" y="1449220"/>
            <a:ext cx="11208608" cy="0"/>
          </a:xfrm>
          <a:prstGeom prst="straightConnector1">
            <a:avLst/>
          </a:prstGeom>
          <a:noFill/>
          <a:ln w="38100" cap="flat" cmpd="sng">
            <a:solidFill>
              <a:srgbClr val="00A55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470" cy="130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Calibri"/>
              <a:buNone/>
              <a:defRPr sz="3599" b="1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471" cy="447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4pPr>
            <a:lvl5pPr marL="22860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268390" y="-26984"/>
            <a:ext cx="14556427" cy="750165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10524440" y="6426250"/>
            <a:ext cx="1667560" cy="40476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5846907" y="2313005"/>
            <a:ext cx="5361328" cy="2267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99"/>
              <a:buFont typeface="Calibri"/>
              <a:buNone/>
              <a:defRPr sz="5399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673"/>
            <a:ext cx="12192000" cy="6857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6108" y="558801"/>
            <a:ext cx="3060117" cy="7364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4"/>
          <p:cNvCxnSpPr/>
          <p:nvPr/>
        </p:nvCxnSpPr>
        <p:spPr>
          <a:xfrm>
            <a:off x="965461" y="5914912"/>
            <a:ext cx="10494764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965462" y="3213002"/>
            <a:ext cx="10494764" cy="99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7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965462" y="4148998"/>
            <a:ext cx="4860223" cy="43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ctr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2"/>
          </p:nvPr>
        </p:nvSpPr>
        <p:spPr>
          <a:xfrm>
            <a:off x="9617969" y="6024835"/>
            <a:ext cx="1842257" cy="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rmAutofit/>
          </a:bodyPr>
          <a:lstStyle>
            <a:lvl1pPr marL="609585" lvl="0" indent="-304792" algn="r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3"/>
          </p:nvPr>
        </p:nvSpPr>
        <p:spPr>
          <a:xfrm>
            <a:off x="9617969" y="6274911"/>
            <a:ext cx="1842257" cy="3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rmAutofit/>
          </a:bodyPr>
          <a:lstStyle>
            <a:lvl1pPr marL="609585" lvl="0" indent="-304792" algn="r">
              <a:lnSpc>
                <a:spcPct val="8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867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417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 with Bullet Point">
  <p:cSld name="Single Colum with Bullet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983393" y="1"/>
            <a:ext cx="9504537" cy="116668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62586" y="261115"/>
            <a:ext cx="550033" cy="5500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15"/>
          <p:cNvCxnSpPr/>
          <p:nvPr/>
        </p:nvCxnSpPr>
        <p:spPr>
          <a:xfrm>
            <a:off x="983392" y="1449220"/>
            <a:ext cx="11208608" cy="0"/>
          </a:xfrm>
          <a:prstGeom prst="straightConnector1">
            <a:avLst/>
          </a:prstGeom>
          <a:noFill/>
          <a:ln w="38100" cap="flat" cmpd="sng">
            <a:solidFill>
              <a:srgbClr val="00A55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983766" y="117017"/>
            <a:ext cx="10224471" cy="130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 b="1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980765" y="1773007"/>
            <a:ext cx="10227471" cy="447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/>
            </a:lvl1pPr>
            <a:lvl2pPr marL="1219170" lvl="1" indent="-40639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600"/>
            </a:lvl2pPr>
            <a:lvl3pPr marL="1828754" lvl="2" indent="-3979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467"/>
            </a:lvl3pPr>
            <a:lvl4pPr marL="2438339" lvl="3" indent="-38099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200"/>
            </a:lvl4pPr>
            <a:lvl5pPr marL="3047924" lvl="4" indent="-36405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933"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66084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268391" y="-26984"/>
            <a:ext cx="14556427" cy="750165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/>
          <p:nvPr/>
        </p:nvSpPr>
        <p:spPr>
          <a:xfrm>
            <a:off x="10524440" y="6426251"/>
            <a:ext cx="1667560" cy="40476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3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5846907" y="2313005"/>
            <a:ext cx="5361328" cy="2267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5333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75848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55349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4335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8181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17501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009260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28159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897941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50798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8258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marL="1828754" lvl="2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marL="3047924" lvl="4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marL="3657509" lvl="5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marL="4267093" lvl="6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marL="4876678" lvl="7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marL="5486263" lvl="8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66327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917693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13781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6116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324579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952183" y="2704493"/>
            <a:ext cx="10287634" cy="149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500">
                <a:solidFill>
                  <a:srgbClr val="FFFFFF"/>
                </a:solidFill>
              </a:rPr>
              <a:t>STATIC WEBSITE HOSTING</a:t>
            </a:r>
            <a:endParaRPr sz="6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983700" y="4199475"/>
            <a:ext cx="102246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PROJECT COMPLETION PRESENTATION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470" cy="130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 dirty="0">
                <a:latin typeface="Raleway"/>
                <a:ea typeface="Raleway"/>
                <a:cs typeface="Raleway"/>
                <a:sym typeface="Raleway"/>
              </a:rPr>
              <a:t>Project Information</a:t>
            </a:r>
            <a:endParaRPr dirty="0"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983765" y="1533162"/>
            <a:ext cx="10227471" cy="5207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Project Name: </a:t>
            </a:r>
            <a:r>
              <a:rPr lang="en-IN" dirty="0" err="1" smtClean="0">
                <a:latin typeface="Source Sans Pro"/>
                <a:ea typeface="Source Sans Pro"/>
                <a:cs typeface="Source Sans Pro"/>
                <a:sym typeface="Source Sans Pro"/>
              </a:rPr>
              <a:t>DayNight</a:t>
            </a: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 Terraform Infrastructure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/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Client / Business Unit: Precision Group, 'Ramakrishnan.Balasubramanian@precisionit.co.in'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Environment: UAT 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&amp; Production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Cloud Platform: AWS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IaC Tool: Terraform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CI/CD Tool: AWS CodePipeline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Deployment Model: GitHub → CodePipeline → S3 → CloudFront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Project Duration: 2 days (48 hours)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Go-Live Date: 16th February 2026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470" cy="130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Executive Summary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471" cy="447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Implemented automated(CI/CD) </a:t>
            </a:r>
            <a:r>
              <a:rPr lang="en-IN" dirty="0" err="1">
                <a:latin typeface="Source Sans Pro"/>
                <a:ea typeface="Source Sans Pro"/>
                <a:cs typeface="Source Sans Pro"/>
                <a:sym typeface="Source Sans Pro"/>
              </a:rPr>
              <a:t>codepipeline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 for static website hosting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Designed two-environment architecture (UAT → PROD)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Infrastructure fully provisioned using Terraform (IaC)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Secure </a:t>
            </a:r>
            <a:r>
              <a:rPr lang="en-IN" dirty="0" err="1">
                <a:latin typeface="Source Sans Pro"/>
                <a:ea typeface="Source Sans Pro"/>
                <a:cs typeface="Source Sans Pro"/>
                <a:sym typeface="Source Sans Pro"/>
              </a:rPr>
              <a:t>CloudFront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-based content delivery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Automated promotion workflow from UAT to PROD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Email-based approval mechanism for production deployment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983764" y="280789"/>
            <a:ext cx="10453059" cy="130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Calibri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Scope of Work (Delivered vs Planned)</a:t>
            </a: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471" cy="4479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 b="1" dirty="0">
                <a:latin typeface="Arial"/>
                <a:ea typeface="Arial"/>
                <a:cs typeface="Arial"/>
                <a:sym typeface="Arial"/>
              </a:rPr>
              <a:t>Planned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UAT &amp; PROD environment setup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S3 static website hosting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CloudFront distribution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CI/CD pipeline integration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SNS notifications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Lambda-based cache invalidation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100" b="1" dirty="0">
                <a:latin typeface="Arial"/>
                <a:ea typeface="Arial"/>
                <a:cs typeface="Arial"/>
                <a:sym typeface="Arial"/>
              </a:rPr>
              <a:t>Delivered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Fully automated Terraform-based infrastructure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UAT pipeline with manual approval stage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PROD pipeline without manual approval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SNS email notifications (Success / Failure / Approval)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CloudFront invalidation automation</a:t>
            </a:r>
            <a:br>
              <a:rPr lang="en-IN" sz="1100" dirty="0">
                <a:latin typeface="Arial"/>
                <a:ea typeface="Arial"/>
                <a:cs typeface="Arial"/>
                <a:sym typeface="Arial"/>
              </a:rPr>
            </a:b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dirty="0">
                <a:latin typeface="Arial"/>
                <a:ea typeface="Arial"/>
                <a:cs typeface="Arial"/>
                <a:sym typeface="Arial"/>
              </a:rPr>
              <a:t>Environment separation with remote state dependency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180939" lvl="0" indent="-666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983764" y="280789"/>
            <a:ext cx="10453200" cy="13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99"/>
              <a:buFont typeface="Calibri"/>
              <a:buNone/>
            </a:pPr>
            <a:r>
              <a:rPr lang="en-IN" sz="3000">
                <a:latin typeface="Raleway"/>
                <a:ea typeface="Raleway"/>
                <a:cs typeface="Raleway"/>
                <a:sym typeface="Raleway"/>
              </a:rPr>
              <a:t>Architecture Overview and Diagram</a:t>
            </a:r>
            <a:endParaRPr/>
          </a:p>
        </p:txBody>
      </p:sp>
      <p:pic>
        <p:nvPicPr>
          <p:cNvPr id="132" name="Google Shape;132;p20" title="Static-Web-Hosting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38" y="2052850"/>
            <a:ext cx="11591326" cy="40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400" cy="1300400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rmAutofit/>
          </a:bodyPr>
          <a:lstStyle/>
          <a:p>
            <a:r>
              <a:rPr lang="en"/>
              <a:t>Architecture Overview and Diagram</a:t>
            </a:r>
            <a:endParaRPr/>
          </a:p>
        </p:txBody>
      </p:sp>
      <p:pic>
        <p:nvPicPr>
          <p:cNvPr id="276" name="Google Shape;276;p48" title="workflow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767" y="1687416"/>
            <a:ext cx="5760767" cy="5034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81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smtClean="0"/>
              <a:t>Services Used</a:t>
            </a:r>
            <a:endParaRPr dirty="0"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Terraform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IaC</a:t>
            </a: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/>
            </a:r>
            <a:b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GitHub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/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AWS S3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/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SNS 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-</a:t>
            </a: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 Email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/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CodePipeline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/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CloudFront CDN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endParaRPr lang="en-IN"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Lambda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endParaRPr lang="en-IN"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EventBridge &amp; IAM Roles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Architecture Overview and Diagram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S3 bucket for static hosting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CloudFront distribution with OAC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Lambda for cache invalidation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SNS for pipeline notifications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CodePipeline integrated with GitHub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Two isolated environments (UAT &amp; PROD)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243603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Security &amp; Compliance Implementation</a:t>
            </a:r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IAM least privilege roles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CloudFront Origin Access Control (OAC)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Private S3 bucket (no public access)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HTTPS-only access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Controlled pipeline execution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Tagging standards enforced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Manual approval for PROD promotion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Monitoring &amp; Alerting Setup</a:t>
            </a:r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SNS email notifications for pipeline events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Success notifications with CloudFront URL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Failure notifications with stage details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Approval request notification for PROD </a:t>
            </a:r>
            <a: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  <a:t>trigger</a:t>
            </a:r>
            <a:br>
              <a:rPr lang="en-IN" dirty="0" smtClean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 err="1">
                <a:latin typeface="Source Sans Pro"/>
                <a:ea typeface="Source Sans Pro"/>
                <a:cs typeface="Source Sans Pro"/>
                <a:sym typeface="Source Sans Pro"/>
              </a:rPr>
              <a:t>CloudWatch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 logs for Lambda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Default </a:t>
            </a:r>
            <a:r>
              <a:rPr lang="en-IN" dirty="0" err="1">
                <a:latin typeface="Source Sans Pro"/>
                <a:ea typeface="Source Sans Pro"/>
                <a:cs typeface="Source Sans Pro"/>
                <a:sym typeface="Source Sans Pro"/>
              </a:rPr>
              <a:t>CloudWatch</a:t>
            </a: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 Dashboard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Infra-orchestrator.sh (Logs)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Testing &amp; Validation</a:t>
            </a:r>
            <a:endParaRPr/>
          </a:p>
        </p:txBody>
      </p:sp>
      <p:sp>
        <p:nvSpPr>
          <p:cNvPr id="160" name="Google Shape;160;p24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Terraform plan validation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UAT deployment testing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CloudFront content validation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Cache invalidation testing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Approval workflow validation</a:t>
            </a:r>
            <a:b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</a:b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 dirty="0">
                <a:latin typeface="Source Sans Pro"/>
                <a:ea typeface="Source Sans Pro"/>
                <a:cs typeface="Source Sans Pro"/>
                <a:sym typeface="Source Sans Pro"/>
              </a:rPr>
              <a:t>Production deployment verification</a:t>
            </a: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 descr="change the entire 12th slide content into single tablur column  dont change the templat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title"/>
          </p:nvPr>
        </p:nvSpPr>
        <p:spPr>
          <a:xfrm>
            <a:off x="983765" y="117016"/>
            <a:ext cx="10224600" cy="1300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Known Limitations / Open Risks</a:t>
            </a:r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980764" y="1773007"/>
            <a:ext cx="10227600" cy="44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  <a:t>Local Terraform backend used</a:t>
            </a:r>
            <a:b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  <a:t>PROD depends on UAT state file</a:t>
            </a:r>
            <a:b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  <a:t>Manual SNS subscription confirmation required</a:t>
            </a:r>
            <a:b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  <a:t>No multi-region DR setup</a:t>
            </a:r>
            <a:b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</a:b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Source Sans Pro"/>
              <a:buChar char="●"/>
            </a:pPr>
            <a:r>
              <a:rPr lang="en-IN">
                <a:latin typeface="Source Sans Pro"/>
                <a:ea typeface="Source Sans Pro"/>
                <a:cs typeface="Source Sans Pro"/>
                <a:sym typeface="Source Sans Pro"/>
              </a:rPr>
              <a:t>Monitoring limited to pipeline notifications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5847189" y="2312720"/>
            <a:ext cx="5361160" cy="2268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00"/>
              <a:buFont typeface="Calibri"/>
              <a:buNone/>
            </a:pPr>
            <a:r>
              <a:rPr lang="en-IN">
                <a:solidFill>
                  <a:schemeClr val="dk2"/>
                </a:solidFill>
              </a:rPr>
              <a:t>Thank You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419</Words>
  <Application>Microsoft Office PowerPoint</Application>
  <PresentationFormat>Widescreen</PresentationFormat>
  <Paragraphs>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Source Sans Pro</vt:lpstr>
      <vt:lpstr>Calibri</vt:lpstr>
      <vt:lpstr>Arial</vt:lpstr>
      <vt:lpstr>Raleway</vt:lpstr>
      <vt:lpstr>Office Theme</vt:lpstr>
      <vt:lpstr>1_Office Theme</vt:lpstr>
      <vt:lpstr>STATIC WEBSITE HOSTING</vt:lpstr>
      <vt:lpstr>Project Information</vt:lpstr>
      <vt:lpstr>Executive Summary</vt:lpstr>
      <vt:lpstr>Scope of Work (Delivered vs Planned)</vt:lpstr>
      <vt:lpstr>Architecture Overview and Diagram</vt:lpstr>
      <vt:lpstr>Architecture Overview and Diagram</vt:lpstr>
      <vt:lpstr>Services Used</vt:lpstr>
      <vt:lpstr>Architecture Overview and Diagram</vt:lpstr>
      <vt:lpstr>Security &amp; Compliance Implementation</vt:lpstr>
      <vt:lpstr>Monitoring &amp; Alerting Setup</vt:lpstr>
      <vt:lpstr>Testing &amp; Validation</vt:lpstr>
      <vt:lpstr>PowerPoint Presentation</vt:lpstr>
      <vt:lpstr>Known Limitations / Open Risks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WEBSITE HOSTING</dc:title>
  <cp:lastModifiedBy>Ashim Munvar Basha</cp:lastModifiedBy>
  <cp:revision>3</cp:revision>
  <dcterms:modified xsi:type="dcterms:W3CDTF">2026-02-25T11:48:47Z</dcterms:modified>
</cp:coreProperties>
</file>